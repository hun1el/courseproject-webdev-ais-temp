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73" r:id="rId10"/>
    <p:sldId id="274" r:id="rId11"/>
    <p:sldId id="266" r:id="rId12"/>
    <p:sldId id="267" r:id="rId13"/>
    <p:sldId id="268" r:id="rId14"/>
    <p:sldId id="276" r:id="rId15"/>
    <p:sldId id="275" r:id="rId16"/>
    <p:sldId id="269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КУРСОВОЙ ПРОЕКТ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</a:t>
            </a:r>
            <a:r>
              <a:rPr lang="ru-RU" dirty="0">
                <a:solidFill>
                  <a:srgbClr val="002060"/>
                </a:solidFill>
              </a:rPr>
              <a:t>Разработка автоматизированной информационной системы по ведению базы данных разработки web-сайтов на базе платформы .NET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849891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</a:t>
                      </a:r>
                      <a:r>
                        <a:rPr lang="ru-RU" baseline="0" dirty="0"/>
                        <a:t>Солоников Антон Сергеевич</a:t>
                      </a:r>
                      <a:endParaRPr lang="ru-RU" dirty="0"/>
                    </a:p>
                    <a:p>
                      <a:pPr algn="l"/>
                      <a:r>
                        <a:rPr lang="ru-RU" baseline="0" dirty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Иванов Илья Александрович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Актуальность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450" y="1828800"/>
            <a:ext cx="11087100" cy="4013200"/>
          </a:xfrm>
        </p:spPr>
        <p:txBody>
          <a:bodyPr/>
          <a:lstStyle/>
          <a:p>
            <a:pPr marL="0" indent="540000" algn="just"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настоящее время информационные технологии играют ключевую роль в деятельности организаций, оказывающих услуги в сфере разработки web-сайтов.</a:t>
            </a:r>
          </a:p>
          <a:p>
            <a:pPr marL="0" indent="540000" algn="just"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увеличением числа клиентов и заказов возрастает потребность в автоматизации процессов учёта и обработки информации. Необходимость создания эффективных инструментов для управления рабочим процессом и заявками позволяет повысить качество обслуживания и сократить временные затраты на выполнение задач.</a:t>
            </a:r>
          </a:p>
        </p:txBody>
      </p:sp>
    </p:spTree>
    <p:extLst>
      <p:ext uri="{BB962C8B-B14F-4D97-AF65-F5344CB8AC3E}">
        <p14:creationId xmlns:p14="http://schemas.microsoft.com/office/powerpoint/2010/main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494A94-BB68-476C-963B-0D7E1062D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85" y="4594589"/>
            <a:ext cx="1388007" cy="1846982"/>
          </a:xfrm>
          <a:prstGeom prst="rect">
            <a:avLst/>
          </a:prstGeom>
        </p:spPr>
      </p:pic>
      <p:pic>
        <p:nvPicPr>
          <p:cNvPr id="1032" name="Picture 8" descr="java programming language java logo 48332150 PNG">
            <a:extLst>
              <a:ext uri="{FF2B5EF4-FFF2-40B4-BE49-F238E27FC236}">
                <a16:creationId xmlns:a16="http://schemas.microsoft.com/office/drawing/2014/main" id="{B722FE12-27F3-4412-A1ED-970464081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90" y="4127975"/>
            <a:ext cx="1898609" cy="1898609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Visual Studio Code Logo PNG Transparent &amp; SVG Vector - Freebie Supply">
            <a:extLst>
              <a:ext uri="{FF2B5EF4-FFF2-40B4-BE49-F238E27FC236}">
                <a16:creationId xmlns:a16="http://schemas.microsoft.com/office/drawing/2014/main" id="{230DF53B-43A6-4FEB-A9C0-14508C08A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864" y="1950257"/>
            <a:ext cx="1349753" cy="135634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9F27BCF-6F5B-4120-81D8-F6E79D5EE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804" y="1966904"/>
            <a:ext cx="1354334" cy="135433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254000"/>
            <a:ext cx="12192000" cy="95567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Обоснование выбора среды разработки и способа организации входных и выходных данных</a:t>
            </a:r>
          </a:p>
        </p:txBody>
      </p:sp>
      <p:pic>
        <p:nvPicPr>
          <p:cNvPr id="1038" name="Picture 14" descr="https://logo-download.com/wp-content/data/images/png/C++-logo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4" t="14795" r="29175" b="15280"/>
          <a:stretch/>
        </p:blipFill>
        <p:spPr bwMode="auto">
          <a:xfrm>
            <a:off x="3611455" y="4561119"/>
            <a:ext cx="1194874" cy="133347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miro.medium.com/max/1200/1*w0u2TZpEp3WfKMrlL5jTSw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85" t="20641" r="25489" b="15409"/>
          <a:stretch/>
        </p:blipFill>
        <p:spPr bwMode="auto">
          <a:xfrm>
            <a:off x="1805330" y="3892838"/>
            <a:ext cx="2236641" cy="25203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s://i0.wp.com/losst.ru/wp-content/uploads/2016/12/sqlite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963" y="4705764"/>
            <a:ext cx="1880807" cy="125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2" descr="https://24x7servermanagement.com/wp-content/uploads/2016/09/mysql-logo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589" y="4335444"/>
            <a:ext cx="3269524" cy="17848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Visual Studio 2015 Community Sharepoint">
            <a:extLst>
              <a:ext uri="{FF2B5EF4-FFF2-40B4-BE49-F238E27FC236}">
                <a16:creationId xmlns:a16="http://schemas.microsoft.com/office/drawing/2014/main" id="{506F21DE-C927-444A-B848-F94B6BEC1D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5" t="21909" r="60997" b="24392"/>
          <a:stretch/>
        </p:blipFill>
        <p:spPr bwMode="auto">
          <a:xfrm>
            <a:off x="4517527" y="1873293"/>
            <a:ext cx="3237394" cy="141867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70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71C003-400C-4E9E-A6C8-501B3BFA69B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345" y="1304925"/>
            <a:ext cx="6935310" cy="5102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146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деятельности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DD71AF-DBAC-46AE-9175-28BFCC14280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583" y="1209675"/>
            <a:ext cx="7598833" cy="51646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031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Структура БД – </a:t>
            </a:r>
            <a:r>
              <a:rPr lang="en-US" sz="4000" dirty="0">
                <a:solidFill>
                  <a:schemeClr val="bg1"/>
                </a:solidFill>
              </a:rPr>
              <a:t>ER</a:t>
            </a:r>
            <a:r>
              <a:rPr lang="ru-RU" sz="4000" dirty="0">
                <a:solidFill>
                  <a:schemeClr val="bg1"/>
                </a:solidFill>
              </a:rPr>
              <a:t>-диаграмма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0DC2A0-72EE-43E2-BB62-4647C497AD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9600" y="1370859"/>
            <a:ext cx="5892799" cy="503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094C03-41A4-4DB6-A610-59CFB411A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956" y="4562539"/>
            <a:ext cx="4014087" cy="20535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59AF99B-D630-42F0-B4C0-6DF7F9FA4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619" y="1460092"/>
            <a:ext cx="6280582" cy="301349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167795B-5C12-4468-AD0C-47C92F3A8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1460092"/>
            <a:ext cx="2895600" cy="519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5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EE27E2-DF8D-4F2B-9965-A51F56E52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67" y="2091267"/>
            <a:ext cx="6105015" cy="374924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F7B389-B797-43C3-9D6C-32032BF48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912478"/>
            <a:ext cx="5256148" cy="418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1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98A32E-3E05-4C3F-8EC8-8E879BFA1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3" y="1410002"/>
            <a:ext cx="5403051" cy="25924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D71CDC-3391-4B05-805B-D73125E52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37015"/>
            <a:ext cx="5723467" cy="274618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8EBFC72-A48C-4561-B1E4-F04F72576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33" y="4083933"/>
            <a:ext cx="5403053" cy="259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7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6ADAE0-A1BB-444D-AC44-3CECD154D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14" y="2490100"/>
            <a:ext cx="3486637" cy="22672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3D90801-564B-4132-B13B-63C5CC02D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948" y="2490100"/>
            <a:ext cx="3486637" cy="226726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5960DE5-7DF2-45DE-9CB0-428B01FA8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682" y="2490100"/>
            <a:ext cx="348663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57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D1A9AC-2402-41C5-B39B-CA28EA7CE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6" y="1460801"/>
            <a:ext cx="6113647" cy="293339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83BEF95-206B-436C-B4EF-6E9327F02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672" y="2528414"/>
            <a:ext cx="5472662" cy="387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9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8693E2-4CE6-4140-960C-2B78DA8C0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84876"/>
            <a:ext cx="5748867" cy="40154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967DD5-FC74-4EBE-8AED-12D4948F7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28" y="1409850"/>
            <a:ext cx="5548835" cy="340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C89FCB-8CF0-4DA8-AF12-D12C09165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1" y="1396999"/>
            <a:ext cx="7481826" cy="358986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DC4E6F-B523-445E-8F07-7F86B6131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734" y="1396999"/>
            <a:ext cx="3149599" cy="520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2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7BBE66-DBCF-4B4A-8116-21DFFBB6D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5" y="1320799"/>
            <a:ext cx="7264919" cy="421640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109748-F856-4A05-9BEC-AF1D7FDFC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526" y="1467047"/>
            <a:ext cx="3515216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2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Отчеты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451" y="1643931"/>
            <a:ext cx="4440069" cy="4626239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6304" y="1791801"/>
            <a:ext cx="6528196" cy="330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57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Применяемые меры защиты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81000" y="1473378"/>
            <a:ext cx="3333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Скрытие персональных данных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148134" y="1384085"/>
            <a:ext cx="300902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Разграничение прав доступа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782361" y="1517624"/>
            <a:ext cx="38472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Авторизованный пользователь не может удалить сам себя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74421" y="4518141"/>
            <a:ext cx="31403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записи из базы данных у которых есть связи невозможно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121290" y="4656640"/>
            <a:ext cx="324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пароля при его вводе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714750" y="4479566"/>
            <a:ext cx="4188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записей из базы данных или корзины осуществляется только после подтверждения 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666AA6B-562C-467E-9AAF-3CAC304F5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22" y="2769222"/>
            <a:ext cx="3333751" cy="47783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83AA830-EF95-431B-A1D8-C08F9EB81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423" y="5636703"/>
            <a:ext cx="3243837" cy="65731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10D2ED7-B3EE-426A-BD17-99941E7B3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873" y="5473915"/>
            <a:ext cx="2847975" cy="105070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F443971-FFED-4013-95B4-5853C8ABF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2034" y="2133005"/>
            <a:ext cx="3421227" cy="175027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6D9F968-EB95-47B4-BC75-CC7B8E5871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2355" y="2299029"/>
            <a:ext cx="3368275" cy="141822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B4FBE4D-8293-4609-9C22-993EF7725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40" y="5480046"/>
            <a:ext cx="2902360" cy="118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69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90575" y="1519706"/>
            <a:ext cx="10706100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</a:rPr>
              <a:t>В ходе выполнения курсового проекта была создана автоматизированная информационная система по ведению базы данных разработки web-сайтов на базе платформы .NET, отвечающая поставленным требованиям.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90575" y="2911596"/>
            <a:ext cx="10706100" cy="3602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indent="540385" algn="just">
              <a:lnSpc>
                <a:spcPct val="125000"/>
              </a:lnSpc>
              <a:spcAft>
                <a:spcPts val="1000"/>
              </a:spcAft>
            </a:pPr>
            <a:r>
              <a:rPr lang="ru-RU" sz="2000" dirty="0">
                <a:latin typeface="Times New Roman" panose="02020603050405020304" pitchFamily="18" charset="0"/>
              </a:rPr>
              <a:t>В процессе написания программного кода использовался высокоуровневый язык программирования </a:t>
            </a:r>
            <a:r>
              <a:rPr lang="en-US" sz="2000" dirty="0">
                <a:latin typeface="Times New Roman" panose="02020603050405020304" pitchFamily="18" charset="0"/>
              </a:rPr>
              <a:t>C#</a:t>
            </a:r>
            <a:r>
              <a:rPr lang="ru-RU" sz="2000" dirty="0">
                <a:latin typeface="Times New Roman" panose="02020603050405020304" pitchFamily="18" charset="0"/>
              </a:rPr>
              <a:t>. Были улучшены навыки по работе с платформой .NET. </a:t>
            </a:r>
          </a:p>
          <a:p>
            <a:pPr marL="180340" marR="180340" indent="540385" algn="just">
              <a:lnSpc>
                <a:spcPct val="125000"/>
              </a:lnSpc>
              <a:spcAft>
                <a:spcPts val="1000"/>
              </a:spcAft>
            </a:pPr>
            <a:r>
              <a:rPr lang="ru-RU" sz="2000" dirty="0">
                <a:latin typeface="Times New Roman" panose="02020603050405020304" pitchFamily="18" charset="0"/>
              </a:rPr>
              <a:t>Разработанная АИС предоставляет полный набор инструментов для трёх ролей пользователей. Также в ходе разработки, помимо основных требований, был реализован дополнительный модуль настроек подключения к базе данных.</a:t>
            </a:r>
          </a:p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дальнейшем планируется усовершенствования программы. Добавление функций: резервного копирования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>
                <a:latin typeface="Times New Roman" panose="02020603050405020304" pitchFamily="18" charset="0"/>
                <a:ea typeface="Times New Roman" panose="02020603050405020304" pitchFamily="18" charset="0"/>
              </a:rPr>
              <a:t>и восстановление,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блокировка системы при долгом отсутствии, пагинация,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CAPTCHA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 авторизации. Сам программный код будет модернизирован.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261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00B0F0"/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КУРСОВОЙ ПРОЕКТ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</a:t>
            </a:r>
            <a:r>
              <a:rPr lang="ru-RU" dirty="0">
                <a:solidFill>
                  <a:srgbClr val="002060"/>
                </a:solidFill>
              </a:rPr>
              <a:t>Разработка автоматизированной информационной системы по ведению базы данных разработки web-сайтов на базе платформы .NET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797551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</a:t>
                      </a:r>
                      <a:r>
                        <a:rPr lang="ru-RU" baseline="0" dirty="0"/>
                        <a:t>Солоников Антон Сергеевич</a:t>
                      </a:r>
                      <a:endParaRPr lang="ru-RU" dirty="0"/>
                    </a:p>
                    <a:p>
                      <a:pPr algn="l"/>
                      <a:r>
                        <a:rPr lang="ru-RU" baseline="0" dirty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Иванов Илья Александрович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2905341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</TotalTime>
  <Words>364</Words>
  <Application>Microsoft Office PowerPoint</Application>
  <PresentationFormat>Широкоэкранный</PresentationFormat>
  <Paragraphs>50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КУРСОВОЙ ПРОЕКТ</vt:lpstr>
      <vt:lpstr>Актуальность темы</vt:lpstr>
      <vt:lpstr>Обоснование выбора среды разработки и способа организации входных и выходных данных</vt:lpstr>
      <vt:lpstr>Диаграмма вариантов использования</vt:lpstr>
      <vt:lpstr>Диаграмма деятельности</vt:lpstr>
      <vt:lpstr>Структура БД – ER-диаграмма</vt:lpstr>
      <vt:lpstr>Программные модули</vt:lpstr>
      <vt:lpstr>Программные модули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КУРСОВОЙ ПРОЕКТ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Антон Солоников</cp:lastModifiedBy>
  <cp:revision>55</cp:revision>
  <dcterms:created xsi:type="dcterms:W3CDTF">2022-06-15T10:15:27Z</dcterms:created>
  <dcterms:modified xsi:type="dcterms:W3CDTF">2025-12-10T19:36:58Z</dcterms:modified>
</cp:coreProperties>
</file>